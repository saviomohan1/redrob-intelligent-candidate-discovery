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 ExtraBold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anropeSemiBold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anropeExtraBold-bold.fntdata"/><Relationship Id="rId6" Type="http://schemas.openxmlformats.org/officeDocument/2006/relationships/slide" Target="slides/slide1.xml"/><Relationship Id="rId18" Type="http://schemas.openxmlformats.org/officeDocument/2006/relationships/font" Target="fonts/Manrope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/>
            <a:r>
              <a:rPr lang="en-US" sz="1800">
                <a:solidFill>
                  <a:srgbClr val="FFFFFF"/>
                </a:solidFill>
              </a:rPr>
              <a:t>Team Name : SavioMohan1</a:t>
            </a:r>
          </a:p>
        </p:txBody>
      </p:sp>
      <p:sp>
        <p:nvSpPr>
          <p:cNvPr id="56" name="Google Shape;56;p13"/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/>
            <a:r>
              <a:rPr lang="en-US" sz="1800">
                <a:solidFill>
                  <a:srgbClr val="FFFFFF"/>
                </a:solidFill>
              </a:rPr>
              <a:t>Problem Statement : Intelligent Candidate Discovery and Ranking</a:t>
            </a: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4724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/>
            <a:r>
              <a:rPr lang="en-US" sz="1800">
                <a:solidFill>
                  <a:srgbClr val="FFFFFF"/>
                </a:solidFill>
              </a:rPr>
              <a:t>Team Leader Name : Savio Mohan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/>
            <a:r>
              <a:rPr lang="en-US" sz="2500" b="1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78512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/>
            <a:r>
              <a:rPr lang="en-US" sz="1500">
                <a:solidFill>
                  <a:srgbClr val="111827"/>
                </a:solidFill>
              </a:rPr>
              <a:t>Proposed solution: an offline, explainable ranker that reads the Senior AI Engineer JD and scores all 100,000 candidates into a trusted top-100 shortlist.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The system focuses on recruiter-grade evidence: production retrieval, search, ranking, embeddings, evaluation maturity, product ML experience, availability, and logistics.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Differentiator: it does not rank by raw AI keyword count. Skills are trusted only when backed by career history, duration, endorsements, assessments, and behavioral signals.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Output: a validator-compliant CSV with candidate_id, rank, score, and fact-grounded reasoning for every selected candidate.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/>
            <a:r>
              <a:rPr lang="en-US" sz="2500" b="1">
                <a:solidFill>
                  <a:srgbClr val="FFFFFF"/>
                </a:solidFill>
              </a:rPr>
              <a:t>JD Understanding &amp; Candidate Evaluation</a:t>
            </a:r>
          </a:p>
        </p:txBody>
      </p:sp>
      <p:sp>
        <p:nvSpPr>
          <p:cNvPr id="71" name="Google Shape;71;p15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/>
            <a:r>
              <a:rPr lang="en-US" sz="1500">
                <a:solidFill>
                  <a:srgbClr val="111827"/>
                </a:solidFill>
              </a:rPr>
              <a:t>Key JD requirements: 5-9 years of hands-on production ML engineering, strong Python, retrieval/ranking ownership, vector or hybrid search, ranking evaluation, and product-shipping mindset.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High-value candidate evidence: shipped search/recommendation/ranking systems, embedding pipelines, FAISS/Milvus/Qdrant/Pinecone/Weaviate/OpenSearch, NDCG/MRR/MAP, A/B tests, scale and latency work.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Behavioral relevance: recent activity, recruiter response rate, response speed, open-to-work status, interview completion, notice period, GitHub signal, recruiter saves/views.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Fit beyond keywords: the ranker reads role history and descriptions, distinguishes product ML builders from keyword stuffers, and down-weights stale or suspicious profiles.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/>
            <a:r>
              <a:rPr lang="en-US" sz="2500" b="1">
                <a:solidFill>
                  <a:srgbClr val="FFFFFF"/>
                </a:solidFill>
              </a:rPr>
              <a:t>Ranking Methodology</a:t>
            </a:r>
          </a:p>
        </p:txBody>
      </p:sp>
      <p:sp>
        <p:nvSpPr>
          <p:cNvPr id="78" name="Google Shape;78;p16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/>
            <a:r>
              <a:rPr lang="en-US" sz="1500">
                <a:solidFill>
                  <a:srgbClr val="111827"/>
                </a:solidFill>
              </a:rPr>
              <a:t>Retrieval/scoring pass: stream candidates.jsonl, extract text and structured features, compute a weighted score, and keep a deterministic top-100 heap.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Algorithms used: interpretable feature engineering, regex-backed career evidence extraction, weighted scoring, behavioral modifier, logistics adjustment, and trap penalties.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Signal fusion: title fit, experience-band fit, retrieval/ranking evidence, evaluation evidence, production evidence, trusted skills, product-company signal, behavior, and location are combined.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Final score: adjusted evidence score is passed through a monotonic 0-1 calibration, then sorted by score descending and candidate_id ascending for deterministic 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/>
            <a:r>
              <a:rPr lang="en-US" sz="2500" b="1">
                <a:solidFill>
                  <a:srgbClr val="FFFFFF"/>
                </a:solidFill>
              </a:rPr>
              <a:t>Explainability &amp; Data Validation</a:t>
            </a:r>
          </a:p>
        </p:txBody>
      </p:sp>
      <p:sp>
        <p:nvSpPr>
          <p:cNvPr id="85" name="Google Shape;85;p17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/>
            <a:r>
              <a:rPr lang="en-US" sz="1500">
                <a:solidFill>
                  <a:srgbClr val="111827"/>
                </a:solidFill>
              </a:rPr>
              <a:t>Reasoning is generated from facts already present in the candidate record: title, years, location, relevant evidence category, response rate, recency, notice period, and concerns.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Hallucination prevention: the generator never invents employers, degrees, skills, or projects. It describes evidence categories only after the scorer found those signals.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Low-quality profile handling: weak expert claims, low skill duration, zero endorsements, stale activity, poor response behavior, and long notice period reduce score.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Suspicious profile handling: severe experience-year mismatches, career duration inconsistencies, non-technical keyword stuffing, off-domain AI, and services-only careers are penalized.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/>
            <a:r>
              <a:rPr lang="en-US" sz="2500" b="1">
                <a:solidFill>
                  <a:srgbClr val="FFFFFF"/>
                </a:solidFill>
              </a:rPr>
              <a:t>End-to-End Workflow</a:t>
            </a: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/>
            <a:r>
              <a:rPr lang="en-US" sz="1500">
                <a:solidFill>
                  <a:srgbClr val="111827"/>
                </a:solidFill>
              </a:rPr>
              <a:t>1. Input: load candidates.jsonl or candidates.jsonl.gz and the fixed Senior AI Engineer JD interpretation encoded in the scorer.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2. Feature extraction: parse profile, career history, skills, education, certifications, languages, and Redrob behavioral signals.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3. Score: combine JD evidence, trusted skills, behavioral availability, logistics, and validation penalties.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4. Select: maintain top 100 in memory, sort deterministically, and generate concise recruiter-facing reasoning.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5. Output: write outputs/submission.csv and outputs/audit_top100.json, then validate with validate_submission.py.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/>
            <a:r>
              <a:rPr lang="en-US" sz="25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98" name="Google Shape;98;p19"/>
          <p:cNvSpPr txBox="1"/>
          <p:nvPr/>
        </p:nvSpPr>
        <p:spPr>
          <a:xfrm>
            <a:off x="480500" y="1278496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/>
            <a:r>
              <a:rPr lang="en-US" sz="1500">
                <a:solidFill>
                  <a:srgbClr val="111827"/>
                </a:solidFill>
              </a:rPr>
              <a:t>CLI entry point: rank.py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Core engine: src/ranker.py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Input layer: streaming JSONL reader with gzip support.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Feature layer: title, text-pattern, skill-trust, product-company, behavior, logistics, and consistency features.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Scoring layer: weighted ranker with engagement gate and trap penalties.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Output layer: top-100 CSV, audit JSON, and fact-grounded reasoning.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Complexity: O(N log 100) over 100,000 candidates, with only the top heap and current record in memory.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/>
            <a:r>
              <a:rPr lang="en-US" sz="2500" b="1">
                <a:solidFill>
                  <a:srgbClr val="FFFFFF"/>
                </a:solidFill>
              </a:rPr>
              <a:t>Results &amp; Performance</a:t>
            </a: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/>
            <a:r>
              <a:rPr lang="en-US" sz="1500">
                <a:solidFill>
                  <a:srgbClr val="111827"/>
                </a:solidFill>
              </a:rPr>
              <a:t>Full dataset run completed locally in about 3 minutes 19 seconds on CPU, below the 5-minute challenge limit.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The generated submission passed the official validator: exactly 100 rows, valid candidate IDs, unique ranks, non-increasing scores, and UTF-8 CSV format.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Top-100 quality audit: 95/100 India-based candidates, 0 services-only careers, 0 stale profiles, and no non-technical keyword-stuffer titles.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Top title mix: Recommendation Systems Engineer (18), Applied ML Engineer (13), Machine Learning Engineer (12), Search Engineer (11).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Top examples:</a:t>
            </a:r>
          </a:p>
          <a:p>
            <a:pPr marL="285750" indent="-171450">
              <a:buChar char="-"/>
            </a:pPr>
            <a:r>
              <a:rPr lang="en-US" sz="1400">
                <a:solidFill>
                  <a:srgbClr val="111827"/>
                </a:solidFill>
              </a:rPr>
              <a:t>#1 CAND_0077337: Staff Machine Learning Engineer, 7.0 yrs, Kochi, Kerala, score 0.9995</a:t>
            </a:r>
          </a:p>
          <a:p>
            <a:pPr marL="285750" indent="-171450">
              <a:buChar char="-"/>
            </a:pPr>
            <a:r>
              <a:rPr lang="en-US" sz="1400">
                <a:solidFill>
                  <a:srgbClr val="111827"/>
                </a:solidFill>
              </a:rPr>
              <a:t>#2 CAND_0018499: Senior Machine Learning Engineer, 7.2 yrs, Noida, Uttar Pradesh, score 0.9994</a:t>
            </a:r>
          </a:p>
          <a:p>
            <a:pPr marL="285750" indent="-171450">
              <a:buChar char="-"/>
            </a:pPr>
            <a:r>
              <a:rPr lang="en-US" sz="1400">
                <a:solidFill>
                  <a:srgbClr val="111827"/>
                </a:solidFill>
              </a:rPr>
              <a:t>#3 CAND_0081846: Lead AI Engineer, 6.7 yrs, Jaipur, Rajasthan, score 0.9992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/>
            <a:r>
              <a:rPr lang="en-US" sz="2500" b="1"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/>
            <a:r>
              <a:rPr lang="en-US" sz="1500">
                <a:solidFill>
                  <a:srgbClr val="111827"/>
                </a:solidFill>
              </a:rPr>
              <a:t>Python 3.11: selected for portable, reproducible ranking under the CPU/no-network constraint.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Standard library only for ranking: json, csv, gzip, re, heapq, argparse, datetime, math, dataclasses, pathlib.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ReportLab: used only for generating the explanatory PDF deck; it is not required by the ranking pipeline.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No hosted LLM APIs, no GPU, no vector database, no pandas, no scikit-learn, no sentence-transformers, and no network calls during ranking.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This stack was selected because the evaluation rewards reproducibility, latency discipline, explainability, and defensible engineering tradeoffs.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/>
            <a:r>
              <a:rPr lang="en-US" sz="2500" b="1">
                <a:solidFill>
                  <a:srgbClr val="FFFFFF"/>
                </a:solidFill>
              </a:rPr>
              <a:t>Submission Assets</a:t>
            </a: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/>
            <a:r>
              <a:rPr lang="en-US" sz="1500">
                <a:solidFill>
                  <a:srgbClr val="111827"/>
                </a:solidFill>
              </a:rPr>
              <a:t>GitHub repo: https://github.com/SavioMohan1/redrob-intelligent-candidate-discovery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Ranked output file: outputs/submission.csv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PDF deck: output/pdf/redrob_intelligent_candidate_discovery_template_filled.pdf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Reproduce command: python rank.py --candidates ./candidates.jsonl --out ./outputs/submission.csv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Validation command: python validate_submission.py ./outputs/submission.csv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Main implementation files: rank.py, src/ranker.py, README.md, docs/approach.md.</a:t>
            </a:r>
          </a:p>
          <a:p>
            <a:pPr/>
            <a:r>
              <a:rPr lang="en-US" sz="1500">
                <a:solidFill>
                  <a:srgbClr val="111827"/>
                </a:solidFill>
              </a:rPr>
              <a:t>Sandbox/demo link: https://colab.research.google.com/github/SavioMohan1/redrob-intelligent-candidate-discovery/blob/main/redrob_demo.ipynb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001" name="Generated Title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25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9001" name="Generated Title"/>
          <p:cNvSpPr txBox="1"/>
          <p:nvPr/>
        </p:nvSpPr>
        <p:spPr>
          <a:xfrm>
            <a:off x="480500" y="1278496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1500">
                <a:solidFill>
                  <a:srgbClr val="111827"/>
                </a:solidFill>
              </a:rPr>
              <a:t>The solution is designed to rank candidates the way a strong recruiter would: evidence first, behavior-aware, explainable, and reproducible under real-world constraints.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